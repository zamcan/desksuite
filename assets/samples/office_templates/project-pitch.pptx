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11"/>
    <p:sldId id="257" r:id="rId12"/>
    <p:sldId id="258" r:id="rId13"/>
    <p:sldId id="259" r:id="rId14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11" Type="http://schemas.openxmlformats.org/officeDocument/2006/relationships/slide" Target="slides/slide1.xml" /><Relationship Id="rId12" Type="http://schemas.openxmlformats.org/officeDocument/2006/relationships/slide" Target="slides/slide2.xml" /><Relationship Id="rId13" Type="http://schemas.openxmlformats.org/officeDocument/2006/relationships/slide" Target="slides/slide3.xml" /><Relationship Id="rId14" Type="http://schemas.openxmlformats.org/officeDocument/2006/relationships/slide" Target="slides/slide4.xml" 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1227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 panel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5AAF"/>
          </a:solidFill>
          <a:ln>
            <a:noFill/>
          </a:ln>
        </p:spPr>
      </p:sp>
      <p:sp>
        <p:nvSpPr>
          <p:cNvPr id="3" name="Eyebrow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1200" b="1">
                <a:solidFill>
                  <a:srgbClr val="85B9FF"/>
                </a:solidFill>
                <a:latin typeface="Aptos"/>
              </a:rPr>
              <a:t>PROJECT PITCH STARTER</a:t>
            </a:r>
            <a:endParaRPr lang="en-US"/>
          </a:p>
        </p:txBody>
      </p:sp>
      <p:sp>
        <p:nvSpPr>
          <p:cNvPr id="4" name="Title"/>
          <p:cNvSpPr txBox="1"/>
          <p:nvPr/>
        </p:nvSpPr>
        <p:spPr>
          <a:xfrm>
            <a:off x="685800" y="1417320"/>
            <a:ext cx="9875520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4200" b="1">
                <a:solidFill>
                  <a:srgbClr val="FFFFFF"/>
                </a:solidFill>
                <a:latin typeface="Aptos"/>
              </a:rPr>
              <a:t>Your project</a:t>
            </a:r>
            <a:endParaRPr lang="en-US"/>
          </a:p>
          <a:p>
            <a:pPr algn="l"/>
            <a:r>
              <a:rPr lang="en-US" sz="4200" b="1">
                <a:solidFill>
                  <a:srgbClr val="FFFFFF"/>
                </a:solidFill>
                <a:latin typeface="Aptos"/>
              </a:rPr>
              <a:t>pitch</a:t>
            </a:r>
            <a:endParaRPr lang="en-US"/>
          </a:p>
        </p:txBody>
      </p:sp>
      <p:sp>
        <p:nvSpPr>
          <p:cNvPr id="5" name="Subtitle"/>
          <p:cNvSpPr txBox="1"/>
          <p:nvPr/>
        </p:nvSpPr>
        <p:spPr>
          <a:xfrm>
            <a:off x="713232" y="3063240"/>
            <a:ext cx="89611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2000" b="0">
                <a:solidFill>
                  <a:srgbClr val="D3E2F7"/>
                </a:solidFill>
                <a:latin typeface="Aptos"/>
              </a:rPr>
              <a:t>A clear introduction to your idea</a:t>
            </a:r>
            <a:endParaRPr lang="en-US"/>
          </a:p>
        </p:txBody>
      </p:sp>
      <p:sp>
        <p:nvSpPr>
          <p:cNvPr id="6" name="Rule"/>
          <p:cNvSpPr/>
          <p:nvPr/>
        </p:nvSpPr>
        <p:spPr>
          <a:xfrm>
            <a:off x="713232" y="5212080"/>
            <a:ext cx="2011680" cy="45720"/>
          </a:xfrm>
          <a:prstGeom prst="rect">
            <a:avLst/>
          </a:prstGeom>
          <a:solidFill>
            <a:srgbClr val="3F9A91"/>
          </a:solidFill>
          <a:ln>
            <a:noFill/>
          </a:ln>
        </p:spPr>
      </p:sp>
      <p:sp>
        <p:nvSpPr>
          <p:cNvPr id="7" name="Footer"/>
          <p:cNvSpPr txBox="1"/>
          <p:nvPr/>
        </p:nvSpPr>
        <p:spPr>
          <a:xfrm>
            <a:off x="713232" y="580644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1000" b="0">
                <a:solidFill>
                  <a:srgbClr val="B3C6DD"/>
                </a:solidFill>
                <a:latin typeface="Aptos"/>
              </a:rPr>
              <a:t>FICTIONAL TEMPLATE  •  REPLACE ALL PLACEHOLDERS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 accent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5AAF"/>
          </a:solidFill>
          <a:ln>
            <a:noFill/>
          </a:ln>
        </p:spPr>
      </p:sp>
      <p:sp>
        <p:nvSpPr>
          <p:cNvPr id="3" name="Eyebrow"/>
          <p:cNvSpPr txBox="1"/>
          <p:nvPr/>
        </p:nvSpPr>
        <p:spPr>
          <a:xfrm>
            <a:off x="594360" y="47548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1100" b="1">
                <a:solidFill>
                  <a:srgbClr val="245AAF"/>
                </a:solidFill>
                <a:latin typeface="Aptos"/>
              </a:rPr>
              <a:t>01  /  CONTEXT</a:t>
            </a:r>
            <a:endParaRPr lang="en-US"/>
          </a:p>
        </p:txBody>
      </p:sp>
      <p:sp>
        <p:nvSpPr>
          <p:cNvPr id="4" name="Heading"/>
          <p:cNvSpPr txBox="1"/>
          <p:nvPr/>
        </p:nvSpPr>
        <p:spPr>
          <a:xfrm>
            <a:off x="594360" y="91440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3200" b="1">
                <a:solidFill>
                  <a:srgbClr val="122745"/>
                </a:solidFill>
                <a:latin typeface="Aptos"/>
              </a:rPr>
              <a:t>The opportunity</a:t>
            </a:r>
            <a:endParaRPr lang="en-US"/>
          </a:p>
        </p:txBody>
      </p:sp>
      <p:sp>
        <p:nvSpPr>
          <p:cNvPr id="10" name="Card background"/>
          <p:cNvSpPr/>
          <p:nvPr/>
        </p:nvSpPr>
        <p:spPr>
          <a:xfrm>
            <a:off x="594360" y="1965960"/>
            <a:ext cx="3502152" cy="3200400"/>
          </a:xfrm>
          <a:prstGeom prst="roundRect">
            <a:avLst/>
          </a:prstGeom>
          <a:solidFill>
            <a:srgbClr val="EAF2FC"/>
          </a:solidFill>
          <a:ln>
            <a:noFill/>
          </a:ln>
        </p:spPr>
      </p:sp>
      <p:sp>
        <p:nvSpPr>
          <p:cNvPr id="11" name="Card title"/>
          <p:cNvSpPr txBox="1"/>
          <p:nvPr/>
        </p:nvSpPr>
        <p:spPr>
          <a:xfrm>
            <a:off x="822960" y="228600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1800" b="1">
                <a:solidFill>
                  <a:srgbClr val="245AAF"/>
                </a:solidFill>
                <a:latin typeface="Aptos"/>
              </a:rPr>
              <a:t>The need</a:t>
            </a:r>
            <a:endParaRPr lang="en-US"/>
          </a:p>
        </p:txBody>
      </p:sp>
      <p:sp>
        <p:nvSpPr>
          <p:cNvPr id="12" name="Card text"/>
          <p:cNvSpPr txBox="1"/>
          <p:nvPr/>
        </p:nvSpPr>
        <p:spPr>
          <a:xfrm>
            <a:off x="822960" y="2971800"/>
            <a:ext cx="297180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1500" b="0">
                <a:solidFill>
                  <a:srgbClr val="122745"/>
                </a:solidFill>
                <a:latin typeface="Aptos"/>
              </a:rPr>
              <a:t>Describe the problem</a:t>
            </a:r>
            <a:endParaRPr lang="en-US"/>
          </a:p>
          <a:p>
            <a:pPr algn="l"/>
            <a:r>
              <a:rPr lang="en-US" sz="1500" b="0">
                <a:solidFill>
                  <a:srgbClr val="122745"/>
                </a:solidFill>
                <a:latin typeface="Aptos"/>
              </a:rPr>
              <a:t>and who experiences it.</a:t>
            </a:r>
            <a:endParaRPr lang="en-US"/>
          </a:p>
        </p:txBody>
      </p:sp>
      <p:sp>
        <p:nvSpPr>
          <p:cNvPr id="13" name="Card background"/>
          <p:cNvSpPr/>
          <p:nvPr/>
        </p:nvSpPr>
        <p:spPr>
          <a:xfrm>
            <a:off x="4361688" y="1965960"/>
            <a:ext cx="3502152" cy="3200400"/>
          </a:xfrm>
          <a:prstGeom prst="roundRect">
            <a:avLst/>
          </a:prstGeom>
          <a:solidFill>
            <a:srgbClr val="EAF2FC"/>
          </a:solidFill>
          <a:ln>
            <a:noFill/>
          </a:ln>
        </p:spPr>
      </p:sp>
      <p:sp>
        <p:nvSpPr>
          <p:cNvPr id="14" name="Card title"/>
          <p:cNvSpPr txBox="1"/>
          <p:nvPr/>
        </p:nvSpPr>
        <p:spPr>
          <a:xfrm>
            <a:off x="4590288" y="228600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1800" b="1">
                <a:solidFill>
                  <a:srgbClr val="245AAF"/>
                </a:solidFill>
                <a:latin typeface="Aptos"/>
              </a:rPr>
              <a:t>The idea</a:t>
            </a:r>
            <a:endParaRPr lang="en-US"/>
          </a:p>
        </p:txBody>
      </p:sp>
      <p:sp>
        <p:nvSpPr>
          <p:cNvPr id="15" name="Card text"/>
          <p:cNvSpPr txBox="1"/>
          <p:nvPr/>
        </p:nvSpPr>
        <p:spPr>
          <a:xfrm>
            <a:off x="4590288" y="2971800"/>
            <a:ext cx="297180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1500" b="0">
                <a:solidFill>
                  <a:srgbClr val="122745"/>
                </a:solidFill>
                <a:latin typeface="Aptos"/>
              </a:rPr>
              <a:t>Summarise your proposed</a:t>
            </a:r>
            <a:endParaRPr lang="en-US"/>
          </a:p>
          <a:p>
            <a:pPr algn="l"/>
            <a:r>
              <a:rPr lang="en-US" sz="1500" b="0">
                <a:solidFill>
                  <a:srgbClr val="122745"/>
                </a:solidFill>
                <a:latin typeface="Aptos"/>
              </a:rPr>
              <a:t>solution in plain language.</a:t>
            </a:r>
            <a:endParaRPr lang="en-US"/>
          </a:p>
        </p:txBody>
      </p:sp>
      <p:sp>
        <p:nvSpPr>
          <p:cNvPr id="16" name="Card background"/>
          <p:cNvSpPr/>
          <p:nvPr/>
        </p:nvSpPr>
        <p:spPr>
          <a:xfrm>
            <a:off x="8129016" y="1965960"/>
            <a:ext cx="3502152" cy="3200400"/>
          </a:xfrm>
          <a:prstGeom prst="roundRect">
            <a:avLst/>
          </a:prstGeom>
          <a:solidFill>
            <a:srgbClr val="EAF2FC"/>
          </a:solidFill>
          <a:ln>
            <a:noFill/>
          </a:ln>
        </p:spPr>
      </p:sp>
      <p:sp>
        <p:nvSpPr>
          <p:cNvPr id="17" name="Card title"/>
          <p:cNvSpPr txBox="1"/>
          <p:nvPr/>
        </p:nvSpPr>
        <p:spPr>
          <a:xfrm>
            <a:off x="8357616" y="228600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1800" b="1">
                <a:solidFill>
                  <a:srgbClr val="245AAF"/>
                </a:solidFill>
                <a:latin typeface="Aptos"/>
              </a:rPr>
              <a:t>The impact</a:t>
            </a:r>
            <a:endParaRPr lang="en-US"/>
          </a:p>
        </p:txBody>
      </p:sp>
      <p:sp>
        <p:nvSpPr>
          <p:cNvPr id="18" name="Card text"/>
          <p:cNvSpPr txBox="1"/>
          <p:nvPr/>
        </p:nvSpPr>
        <p:spPr>
          <a:xfrm>
            <a:off x="8357616" y="2971800"/>
            <a:ext cx="297180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1500" b="0">
                <a:solidFill>
                  <a:srgbClr val="122745"/>
                </a:solidFill>
                <a:latin typeface="Aptos"/>
              </a:rPr>
              <a:t>Describe the change</a:t>
            </a:r>
            <a:endParaRPr lang="en-US"/>
          </a:p>
          <a:p>
            <a:pPr algn="l"/>
            <a:r>
              <a:rPr lang="en-US" sz="1500" b="0">
                <a:solidFill>
                  <a:srgbClr val="122745"/>
                </a:solidFill>
                <a:latin typeface="Aptos"/>
              </a:rPr>
              <a:t>you want to make.</a:t>
            </a:r>
            <a:endParaRPr lang="en-US"/>
          </a:p>
        </p:txBody>
      </p:sp>
      <p:sp>
        <p:nvSpPr>
          <p:cNvPr id="30" name="Footer"/>
          <p:cNvSpPr txBox="1"/>
          <p:nvPr/>
        </p:nvSpPr>
        <p:spPr>
          <a:xfrm>
            <a:off x="594360" y="61722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900" b="0">
                <a:solidFill>
                  <a:srgbClr val="52647B"/>
                </a:solidFill>
                <a:latin typeface="Aptos"/>
              </a:rPr>
              <a:t>DESKSUITE  /  FICTIONAL STARTER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 accent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5AAF"/>
          </a:solidFill>
          <a:ln>
            <a:noFill/>
          </a:ln>
        </p:spPr>
      </p:sp>
      <p:sp>
        <p:nvSpPr>
          <p:cNvPr id="3" name="Eyebrow"/>
          <p:cNvSpPr txBox="1"/>
          <p:nvPr/>
        </p:nvSpPr>
        <p:spPr>
          <a:xfrm>
            <a:off x="594360" y="47548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1100" b="1">
                <a:solidFill>
                  <a:srgbClr val="245AAF"/>
                </a:solidFill>
                <a:latin typeface="Aptos"/>
              </a:rPr>
              <a:t>02  /  PLAN</a:t>
            </a:r>
            <a:endParaRPr lang="en-US"/>
          </a:p>
        </p:txBody>
      </p:sp>
      <p:sp>
        <p:nvSpPr>
          <p:cNvPr id="4" name="Heading"/>
          <p:cNvSpPr txBox="1"/>
          <p:nvPr/>
        </p:nvSpPr>
        <p:spPr>
          <a:xfrm>
            <a:off x="594360" y="91440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3200" b="1">
                <a:solidFill>
                  <a:srgbClr val="122745"/>
                </a:solidFill>
                <a:latin typeface="Aptos"/>
              </a:rPr>
              <a:t>The approach</a:t>
            </a:r>
            <a:endParaRPr lang="en-US"/>
          </a:p>
        </p:txBody>
      </p:sp>
      <p:sp>
        <p:nvSpPr>
          <p:cNvPr id="10" name="Card background"/>
          <p:cNvSpPr/>
          <p:nvPr/>
        </p:nvSpPr>
        <p:spPr>
          <a:xfrm>
            <a:off x="594360" y="1965960"/>
            <a:ext cx="3502152" cy="3200400"/>
          </a:xfrm>
          <a:prstGeom prst="roundRect">
            <a:avLst/>
          </a:prstGeom>
          <a:solidFill>
            <a:srgbClr val="EAF2FC"/>
          </a:solidFill>
          <a:ln>
            <a:noFill/>
          </a:ln>
        </p:spPr>
      </p:sp>
      <p:sp>
        <p:nvSpPr>
          <p:cNvPr id="11" name="Card title"/>
          <p:cNvSpPr txBox="1"/>
          <p:nvPr/>
        </p:nvSpPr>
        <p:spPr>
          <a:xfrm>
            <a:off x="822960" y="228600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1800" b="1">
                <a:solidFill>
                  <a:srgbClr val="245AAF"/>
                </a:solidFill>
                <a:latin typeface="Aptos"/>
              </a:rPr>
              <a:t>Discover</a:t>
            </a:r>
            <a:endParaRPr lang="en-US"/>
          </a:p>
        </p:txBody>
      </p:sp>
      <p:sp>
        <p:nvSpPr>
          <p:cNvPr id="12" name="Card text"/>
          <p:cNvSpPr txBox="1"/>
          <p:nvPr/>
        </p:nvSpPr>
        <p:spPr>
          <a:xfrm>
            <a:off x="822960" y="2971800"/>
            <a:ext cx="297180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1500" b="0">
                <a:solidFill>
                  <a:srgbClr val="122745"/>
                </a:solidFill>
                <a:latin typeface="Aptos"/>
              </a:rPr>
              <a:t>Listen, research and</a:t>
            </a:r>
            <a:endParaRPr lang="en-US"/>
          </a:p>
          <a:p>
            <a:pPr algn="l"/>
            <a:r>
              <a:rPr lang="en-US" sz="1500" b="0">
                <a:solidFill>
                  <a:srgbClr val="122745"/>
                </a:solidFill>
                <a:latin typeface="Aptos"/>
              </a:rPr>
              <a:t>validate the need.</a:t>
            </a:r>
            <a:endParaRPr lang="en-US"/>
          </a:p>
        </p:txBody>
      </p:sp>
      <p:sp>
        <p:nvSpPr>
          <p:cNvPr id="13" name="Card background"/>
          <p:cNvSpPr/>
          <p:nvPr/>
        </p:nvSpPr>
        <p:spPr>
          <a:xfrm>
            <a:off x="4361688" y="1965960"/>
            <a:ext cx="3502152" cy="3200400"/>
          </a:xfrm>
          <a:prstGeom prst="roundRect">
            <a:avLst/>
          </a:prstGeom>
          <a:solidFill>
            <a:srgbClr val="EAF2FC"/>
          </a:solidFill>
          <a:ln>
            <a:noFill/>
          </a:ln>
        </p:spPr>
      </p:sp>
      <p:sp>
        <p:nvSpPr>
          <p:cNvPr id="14" name="Card title"/>
          <p:cNvSpPr txBox="1"/>
          <p:nvPr/>
        </p:nvSpPr>
        <p:spPr>
          <a:xfrm>
            <a:off x="4590288" y="228600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1800" b="1">
                <a:solidFill>
                  <a:srgbClr val="245AAF"/>
                </a:solidFill>
                <a:latin typeface="Aptos"/>
              </a:rPr>
              <a:t>Build</a:t>
            </a:r>
            <a:endParaRPr lang="en-US"/>
          </a:p>
        </p:txBody>
      </p:sp>
      <p:sp>
        <p:nvSpPr>
          <p:cNvPr id="15" name="Card text"/>
          <p:cNvSpPr txBox="1"/>
          <p:nvPr/>
        </p:nvSpPr>
        <p:spPr>
          <a:xfrm>
            <a:off x="4590288" y="2971800"/>
            <a:ext cx="297180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1500" b="0">
                <a:solidFill>
                  <a:srgbClr val="122745"/>
                </a:solidFill>
                <a:latin typeface="Aptos"/>
              </a:rPr>
              <a:t>Describe the first</a:t>
            </a:r>
            <a:endParaRPr lang="en-US"/>
          </a:p>
          <a:p>
            <a:pPr algn="l"/>
            <a:r>
              <a:rPr lang="en-US" sz="1500" b="0">
                <a:solidFill>
                  <a:srgbClr val="122745"/>
                </a:solidFill>
                <a:latin typeface="Aptos"/>
              </a:rPr>
              <a:t>practical steps.</a:t>
            </a:r>
            <a:endParaRPr lang="en-US"/>
          </a:p>
        </p:txBody>
      </p:sp>
      <p:sp>
        <p:nvSpPr>
          <p:cNvPr id="16" name="Card background"/>
          <p:cNvSpPr/>
          <p:nvPr/>
        </p:nvSpPr>
        <p:spPr>
          <a:xfrm>
            <a:off x="8129016" y="1965960"/>
            <a:ext cx="3502152" cy="3200400"/>
          </a:xfrm>
          <a:prstGeom prst="roundRect">
            <a:avLst/>
          </a:prstGeom>
          <a:solidFill>
            <a:srgbClr val="EAF2FC"/>
          </a:solidFill>
          <a:ln>
            <a:noFill/>
          </a:ln>
        </p:spPr>
      </p:sp>
      <p:sp>
        <p:nvSpPr>
          <p:cNvPr id="17" name="Card title"/>
          <p:cNvSpPr txBox="1"/>
          <p:nvPr/>
        </p:nvSpPr>
        <p:spPr>
          <a:xfrm>
            <a:off x="8357616" y="228600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1800" b="1">
                <a:solidFill>
                  <a:srgbClr val="245AAF"/>
                </a:solidFill>
                <a:latin typeface="Aptos"/>
              </a:rPr>
              <a:t>Measure</a:t>
            </a:r>
            <a:endParaRPr lang="en-US"/>
          </a:p>
        </p:txBody>
      </p:sp>
      <p:sp>
        <p:nvSpPr>
          <p:cNvPr id="18" name="Card text"/>
          <p:cNvSpPr txBox="1"/>
          <p:nvPr/>
        </p:nvSpPr>
        <p:spPr>
          <a:xfrm>
            <a:off x="8357616" y="2971800"/>
            <a:ext cx="297180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1500" b="0">
                <a:solidFill>
                  <a:srgbClr val="122745"/>
                </a:solidFill>
                <a:latin typeface="Aptos"/>
              </a:rPr>
              <a:t>Define useful outcomes</a:t>
            </a:r>
            <a:endParaRPr lang="en-US"/>
          </a:p>
          <a:p>
            <a:pPr algn="l"/>
            <a:r>
              <a:rPr lang="en-US" sz="1500" b="0">
                <a:solidFill>
                  <a:srgbClr val="122745"/>
                </a:solidFill>
                <a:latin typeface="Aptos"/>
              </a:rPr>
              <a:t>and how to review them.</a:t>
            </a:r>
            <a:endParaRPr lang="en-US"/>
          </a:p>
        </p:txBody>
      </p:sp>
      <p:sp>
        <p:nvSpPr>
          <p:cNvPr id="30" name="Footer"/>
          <p:cNvSpPr txBox="1"/>
          <p:nvPr/>
        </p:nvSpPr>
        <p:spPr>
          <a:xfrm>
            <a:off x="594360" y="61722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900" b="0">
                <a:solidFill>
                  <a:srgbClr val="52647B"/>
                </a:solidFill>
                <a:latin typeface="Aptos"/>
              </a:rPr>
              <a:t>DESKSUITE  /  FICTIONAL STARTER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 accent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5AAF"/>
          </a:solidFill>
          <a:ln>
            <a:noFill/>
          </a:ln>
        </p:spPr>
      </p:sp>
      <p:sp>
        <p:nvSpPr>
          <p:cNvPr id="3" name="Eyebrow"/>
          <p:cNvSpPr txBox="1"/>
          <p:nvPr/>
        </p:nvSpPr>
        <p:spPr>
          <a:xfrm>
            <a:off x="594360" y="47548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1100" b="1">
                <a:solidFill>
                  <a:srgbClr val="245AAF"/>
                </a:solidFill>
                <a:latin typeface="Aptos"/>
              </a:rPr>
              <a:t>03  /  ACTION</a:t>
            </a:r>
            <a:endParaRPr lang="en-US"/>
          </a:p>
        </p:txBody>
      </p:sp>
      <p:sp>
        <p:nvSpPr>
          <p:cNvPr id="4" name="Heading"/>
          <p:cNvSpPr txBox="1"/>
          <p:nvPr/>
        </p:nvSpPr>
        <p:spPr>
          <a:xfrm>
            <a:off x="594360" y="91440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3200" b="1">
                <a:solidFill>
                  <a:srgbClr val="122745"/>
                </a:solidFill>
                <a:latin typeface="Aptos"/>
              </a:rPr>
              <a:t>Next steps</a:t>
            </a:r>
            <a:endParaRPr lang="en-US"/>
          </a:p>
        </p:txBody>
      </p:sp>
      <p:sp>
        <p:nvSpPr>
          <p:cNvPr id="10" name="Card background"/>
          <p:cNvSpPr/>
          <p:nvPr/>
        </p:nvSpPr>
        <p:spPr>
          <a:xfrm>
            <a:off x="594360" y="1965960"/>
            <a:ext cx="3502152" cy="3200400"/>
          </a:xfrm>
          <a:prstGeom prst="roundRect">
            <a:avLst/>
          </a:prstGeom>
          <a:solidFill>
            <a:srgbClr val="EAF2FC"/>
          </a:solidFill>
          <a:ln>
            <a:noFill/>
          </a:ln>
        </p:spPr>
      </p:sp>
      <p:sp>
        <p:nvSpPr>
          <p:cNvPr id="11" name="Card title"/>
          <p:cNvSpPr txBox="1"/>
          <p:nvPr/>
        </p:nvSpPr>
        <p:spPr>
          <a:xfrm>
            <a:off x="822960" y="228600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1800" b="1">
                <a:solidFill>
                  <a:srgbClr val="245AAF"/>
                </a:solidFill>
                <a:latin typeface="Aptos"/>
              </a:rPr>
              <a:t>Priority</a:t>
            </a:r>
            <a:endParaRPr lang="en-US"/>
          </a:p>
        </p:txBody>
      </p:sp>
      <p:sp>
        <p:nvSpPr>
          <p:cNvPr id="12" name="Card text"/>
          <p:cNvSpPr txBox="1"/>
          <p:nvPr/>
        </p:nvSpPr>
        <p:spPr>
          <a:xfrm>
            <a:off x="822960" y="2971800"/>
            <a:ext cx="297180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1500" b="0">
                <a:solidFill>
                  <a:srgbClr val="122745"/>
                </a:solidFill>
                <a:latin typeface="Aptos"/>
              </a:rPr>
              <a:t>Choose one action</a:t>
            </a:r>
            <a:endParaRPr lang="en-US"/>
          </a:p>
          <a:p>
            <a:pPr algn="l"/>
            <a:r>
              <a:rPr lang="en-US" sz="1500" b="0">
                <a:solidFill>
                  <a:srgbClr val="122745"/>
                </a:solidFill>
                <a:latin typeface="Aptos"/>
              </a:rPr>
              <a:t>to start with.</a:t>
            </a:r>
            <a:endParaRPr lang="en-US"/>
          </a:p>
        </p:txBody>
      </p:sp>
      <p:sp>
        <p:nvSpPr>
          <p:cNvPr id="13" name="Card background"/>
          <p:cNvSpPr/>
          <p:nvPr/>
        </p:nvSpPr>
        <p:spPr>
          <a:xfrm>
            <a:off x="4361688" y="1965960"/>
            <a:ext cx="3502152" cy="3200400"/>
          </a:xfrm>
          <a:prstGeom prst="roundRect">
            <a:avLst/>
          </a:prstGeom>
          <a:solidFill>
            <a:srgbClr val="EAF2FC"/>
          </a:solidFill>
          <a:ln>
            <a:noFill/>
          </a:ln>
        </p:spPr>
      </p:sp>
      <p:sp>
        <p:nvSpPr>
          <p:cNvPr id="14" name="Card title"/>
          <p:cNvSpPr txBox="1"/>
          <p:nvPr/>
        </p:nvSpPr>
        <p:spPr>
          <a:xfrm>
            <a:off x="4590288" y="228600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1800" b="1">
                <a:solidFill>
                  <a:srgbClr val="245AAF"/>
                </a:solidFill>
                <a:latin typeface="Aptos"/>
              </a:rPr>
              <a:t>People</a:t>
            </a:r>
            <a:endParaRPr lang="en-US"/>
          </a:p>
        </p:txBody>
      </p:sp>
      <p:sp>
        <p:nvSpPr>
          <p:cNvPr id="15" name="Card text"/>
          <p:cNvSpPr txBox="1"/>
          <p:nvPr/>
        </p:nvSpPr>
        <p:spPr>
          <a:xfrm>
            <a:off x="4590288" y="2971800"/>
            <a:ext cx="297180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1500" b="0">
                <a:solidFill>
                  <a:srgbClr val="122745"/>
                </a:solidFill>
                <a:latin typeface="Aptos"/>
              </a:rPr>
              <a:t>Name the roles and</a:t>
            </a:r>
            <a:endParaRPr lang="en-US"/>
          </a:p>
          <a:p>
            <a:pPr algn="l"/>
            <a:r>
              <a:rPr lang="en-US" sz="1500" b="0">
                <a:solidFill>
                  <a:srgbClr val="122745"/>
                </a:solidFill>
                <a:latin typeface="Aptos"/>
              </a:rPr>
              <a:t>resources needed.</a:t>
            </a:r>
            <a:endParaRPr lang="en-US"/>
          </a:p>
        </p:txBody>
      </p:sp>
      <p:sp>
        <p:nvSpPr>
          <p:cNvPr id="16" name="Card background"/>
          <p:cNvSpPr/>
          <p:nvPr/>
        </p:nvSpPr>
        <p:spPr>
          <a:xfrm>
            <a:off x="8129016" y="1965960"/>
            <a:ext cx="3502152" cy="3200400"/>
          </a:xfrm>
          <a:prstGeom prst="roundRect">
            <a:avLst/>
          </a:prstGeom>
          <a:solidFill>
            <a:srgbClr val="EAF2FC"/>
          </a:solidFill>
          <a:ln>
            <a:noFill/>
          </a:ln>
        </p:spPr>
      </p:sp>
      <p:sp>
        <p:nvSpPr>
          <p:cNvPr id="17" name="Card title"/>
          <p:cNvSpPr txBox="1"/>
          <p:nvPr/>
        </p:nvSpPr>
        <p:spPr>
          <a:xfrm>
            <a:off x="8357616" y="228600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1800" b="1">
                <a:solidFill>
                  <a:srgbClr val="245AAF"/>
                </a:solidFill>
                <a:latin typeface="Aptos"/>
              </a:rPr>
              <a:t>Timeline</a:t>
            </a:r>
            <a:endParaRPr lang="en-US"/>
          </a:p>
        </p:txBody>
      </p:sp>
      <p:sp>
        <p:nvSpPr>
          <p:cNvPr id="18" name="Card text"/>
          <p:cNvSpPr txBox="1"/>
          <p:nvPr/>
        </p:nvSpPr>
        <p:spPr>
          <a:xfrm>
            <a:off x="8357616" y="2971800"/>
            <a:ext cx="297180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1500" b="0">
                <a:solidFill>
                  <a:srgbClr val="122745"/>
                </a:solidFill>
                <a:latin typeface="Aptos"/>
              </a:rPr>
              <a:t>Add an achievable</a:t>
            </a:r>
            <a:endParaRPr lang="en-US"/>
          </a:p>
          <a:p>
            <a:pPr algn="l"/>
            <a:r>
              <a:rPr lang="en-US" sz="1500" b="0">
                <a:solidFill>
                  <a:srgbClr val="122745"/>
                </a:solidFill>
                <a:latin typeface="Aptos"/>
              </a:rPr>
              <a:t>review date.</a:t>
            </a:r>
            <a:endParaRPr lang="en-US"/>
          </a:p>
        </p:txBody>
      </p:sp>
      <p:sp>
        <p:nvSpPr>
          <p:cNvPr id="30" name="Footer"/>
          <p:cNvSpPr txBox="1"/>
          <p:nvPr/>
        </p:nvSpPr>
        <p:spPr>
          <a:xfrm>
            <a:off x="594360" y="61722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900" b="0">
                <a:solidFill>
                  <a:srgbClr val="52647B"/>
                </a:solidFill>
                <a:latin typeface="Aptos"/>
              </a:rPr>
              <a:t>DESKSUITE  /  FICTIONAL STARTER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1</ns0:TotalTime>
  <ns0:Words>0</ns0:Words>
  <ns0:Application>Microsoft Macintosh PowerPoint</ns0:Application>
  <ns0:PresentationFormat>On-screen Show (4:3)</ns0:PresentationFormat>
  <ns0:Paragraphs>0</ns0:Paragraphs>
  <ns0:Slides>4</ns0:Slides>
  <ns0:Notes>0</ns0:Notes>
  <ns0:HiddenSlides>0</ns0:HiddenSlides>
  <ns0:MMClips>0</ns0:MMClips>
  <ns0:ScaleCrop>false</ns0:ScaleCrop>
  <ns0:HeadingPairs>
    <ns1:vector size="4" baseType="variant">
      <ns1:variant>
        <ns1:lpstr>Theme</ns1:lpstr>
      </ns1:variant>
      <ns1:variant>
        <ns1:i4>1</ns1:i4>
      </ns1:variant>
      <ns1:variant>
        <ns1:lpstr>Slide Titles</ns1:lpstr>
      </ns1:variant>
      <ns1:variant>
        <ns1:i4>0</ns1:i4>
      </ns1:variant>
    </ns1:vector>
  </ns0:HeadingPairs>
  <ns0:TitlesOfParts>
    <ns1:vector size="1" baseType="lpstr">
      <ns1:lpstr>Office Theme</ns1:lpstr>
    </ns1:vector>
  </ns0:TitlesOfParts>
  <ns0:Manager/>
  <ns0:Company/>
  <ns0:LinksUpToDate>false</ns0:LinksUpToDate>
  <ns0:SharedDoc>false</ns0:SharedDoc>
  <ns0:HyperlinkBase/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Project pitch</dc:title>
  <dc:subject/>
  <dc:creator>DeskSuite</dc:creator>
  <ns0:keywords/>
  <dc:description>Fictional editable starter template</dc:description>
  <ns0:lastModifiedBy>DeskSuite</ns0:lastModifiedBy>
  <ns0:revision>1</ns0:revision>
  <ns2:created xsi:type="dcterms:W3CDTF">2026-01-01T00:00:00Z</ns2:created>
  <ns2:modified xsi:type="dcterms:W3CDTF">2026-01-01T00:00:00Z</ns2:modified>
  <ns0:category/>
</ns0:coreProperties>
</file>