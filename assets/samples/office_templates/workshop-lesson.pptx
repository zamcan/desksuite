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11"/>
    <p:sldId id="257" r:id="rId12"/>
    <p:sldId id="258" r:id="rId13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11" Type="http://schemas.openxmlformats.org/officeDocument/2006/relationships/slide" Target="slides/slide1.xml" /><Relationship Id="rId12" Type="http://schemas.openxmlformats.org/officeDocument/2006/relationships/slide" Target="slides/slide2.xml" /><Relationship Id="rId13" Type="http://schemas.openxmlformats.org/officeDocument/2006/relationships/slide" Target="slides/slide3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1227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 panel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5AAF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200" b="1">
                <a:solidFill>
                  <a:srgbClr val="85B9FF"/>
                </a:solidFill>
                <a:latin typeface="Aptos"/>
              </a:rPr>
              <a:t>WORKSHOP STARTER</a:t>
            </a:r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685800" y="1417320"/>
            <a:ext cx="987552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4200" b="1">
                <a:solidFill>
                  <a:srgbClr val="FFFFFF"/>
                </a:solidFill>
                <a:latin typeface="Aptos"/>
              </a:rPr>
              <a:t>Your workshop</a:t>
            </a:r>
            <a:endParaRPr lang="en-US"/>
          </a:p>
          <a:p>
            <a:pPr algn="l"/>
            <a:r>
              <a:rPr lang="en-US" sz="4200" b="1">
                <a:solidFill>
                  <a:srgbClr val="FFFFFF"/>
                </a:solidFill>
                <a:latin typeface="Aptos"/>
              </a:rPr>
              <a:t>session</a:t>
            </a:r>
            <a:endParaRPr lang="en-US"/>
          </a:p>
        </p:txBody>
      </p:sp>
      <p:sp>
        <p:nvSpPr>
          <p:cNvPr id="5" name="Subtitle"/>
          <p:cNvSpPr txBox="1"/>
          <p:nvPr/>
        </p:nvSpPr>
        <p:spPr>
          <a:xfrm>
            <a:off x="713232" y="3063240"/>
            <a:ext cx="89611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2000" b="0">
                <a:solidFill>
                  <a:srgbClr val="D3E2F7"/>
                </a:solidFill>
                <a:latin typeface="Aptos"/>
              </a:rPr>
              <a:t>An editable learning deck for a fictional session</a:t>
            </a:r>
            <a:endParaRPr lang="en-US"/>
          </a:p>
        </p:txBody>
      </p:sp>
      <p:sp>
        <p:nvSpPr>
          <p:cNvPr id="6" name="Rule"/>
          <p:cNvSpPr/>
          <p:nvPr/>
        </p:nvSpPr>
        <p:spPr>
          <a:xfrm>
            <a:off x="713232" y="5212080"/>
            <a:ext cx="2011680" cy="45720"/>
          </a:xfrm>
          <a:prstGeom prst="rect">
            <a:avLst/>
          </a:prstGeom>
          <a:solidFill>
            <a:srgbClr val="3F9A91"/>
          </a:solidFill>
          <a:ln>
            <a:noFill/>
          </a:ln>
        </p:spPr>
      </p:sp>
      <p:sp>
        <p:nvSpPr>
          <p:cNvPr id="7" name="Footer"/>
          <p:cNvSpPr txBox="1"/>
          <p:nvPr/>
        </p:nvSpPr>
        <p:spPr>
          <a:xfrm>
            <a:off x="713232" y="58064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000" b="0">
                <a:solidFill>
                  <a:srgbClr val="B3C6DD"/>
                </a:solidFill>
                <a:latin typeface="Aptos"/>
              </a:rPr>
              <a:t>FICTIONAL TEMPLATE  •  REPLACE ALL PLACEHOLDERS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 accent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AAF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594360" y="47548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100" b="1">
                <a:solidFill>
                  <a:srgbClr val="245AAF"/>
                </a:solidFill>
                <a:latin typeface="Aptos"/>
              </a:rPr>
              <a:t>01  /  OBJECTIVES</a:t>
            </a:r>
            <a:endParaRPr lang="en-US"/>
          </a:p>
        </p:txBody>
      </p:sp>
      <p:sp>
        <p:nvSpPr>
          <p:cNvPr id="4" name="Heading"/>
          <p:cNvSpPr txBox="1"/>
          <p:nvPr/>
        </p:nvSpPr>
        <p:spPr>
          <a:xfrm>
            <a:off x="594360" y="9144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3200" b="1">
                <a:solidFill>
                  <a:srgbClr val="122745"/>
                </a:solidFill>
                <a:latin typeface="Aptos"/>
              </a:rPr>
              <a:t>What we will learn</a:t>
            </a:r>
            <a:endParaRPr lang="en-US"/>
          </a:p>
        </p:txBody>
      </p:sp>
      <p:sp>
        <p:nvSpPr>
          <p:cNvPr id="10" name="Card background"/>
          <p:cNvSpPr/>
          <p:nvPr/>
        </p:nvSpPr>
        <p:spPr>
          <a:xfrm>
            <a:off x="594360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1" name="Card title"/>
          <p:cNvSpPr txBox="1"/>
          <p:nvPr/>
        </p:nvSpPr>
        <p:spPr>
          <a:xfrm>
            <a:off x="822960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Understand</a:t>
            </a:r>
            <a:endParaRPr lang="en-US"/>
          </a:p>
        </p:txBody>
      </p:sp>
      <p:sp>
        <p:nvSpPr>
          <p:cNvPr id="12" name="Card text"/>
          <p:cNvSpPr txBox="1"/>
          <p:nvPr/>
        </p:nvSpPr>
        <p:spPr>
          <a:xfrm>
            <a:off x="822960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Introduce the topic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and why it matters.</a:t>
            </a:r>
            <a:endParaRPr lang="en-US"/>
          </a:p>
        </p:txBody>
      </p:sp>
      <p:sp>
        <p:nvSpPr>
          <p:cNvPr id="13" name="Card background"/>
          <p:cNvSpPr/>
          <p:nvPr/>
        </p:nvSpPr>
        <p:spPr>
          <a:xfrm>
            <a:off x="4361688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4" name="Card title"/>
          <p:cNvSpPr txBox="1"/>
          <p:nvPr/>
        </p:nvSpPr>
        <p:spPr>
          <a:xfrm>
            <a:off x="4590288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Practise</a:t>
            </a:r>
            <a:endParaRPr lang="en-US"/>
          </a:p>
        </p:txBody>
      </p:sp>
      <p:sp>
        <p:nvSpPr>
          <p:cNvPr id="15" name="Card text"/>
          <p:cNvSpPr txBox="1"/>
          <p:nvPr/>
        </p:nvSpPr>
        <p:spPr>
          <a:xfrm>
            <a:off x="4590288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Describe a hands-on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activity for learners.</a:t>
            </a:r>
            <a:endParaRPr lang="en-US"/>
          </a:p>
        </p:txBody>
      </p:sp>
      <p:sp>
        <p:nvSpPr>
          <p:cNvPr id="16" name="Card background"/>
          <p:cNvSpPr/>
          <p:nvPr/>
        </p:nvSpPr>
        <p:spPr>
          <a:xfrm>
            <a:off x="8129016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7" name="Card title"/>
          <p:cNvSpPr txBox="1"/>
          <p:nvPr/>
        </p:nvSpPr>
        <p:spPr>
          <a:xfrm>
            <a:off x="8357616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Review</a:t>
            </a:r>
            <a:endParaRPr lang="en-US"/>
          </a:p>
        </p:txBody>
      </p:sp>
      <p:sp>
        <p:nvSpPr>
          <p:cNvPr id="18" name="Card text"/>
          <p:cNvSpPr txBox="1"/>
          <p:nvPr/>
        </p:nvSpPr>
        <p:spPr>
          <a:xfrm>
            <a:off x="8357616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Explain how learners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can check their work.</a:t>
            </a:r>
            <a:endParaRPr lang="en-US"/>
          </a:p>
        </p:txBody>
      </p:sp>
      <p:sp>
        <p:nvSpPr>
          <p:cNvPr id="30" name="Footer"/>
          <p:cNvSpPr txBox="1"/>
          <p:nvPr/>
        </p:nvSpPr>
        <p:spPr>
          <a:xfrm>
            <a:off x="594360" y="61722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900" b="0">
                <a:solidFill>
                  <a:srgbClr val="52647B"/>
                </a:solidFill>
                <a:latin typeface="Aptos"/>
              </a:rPr>
              <a:t>DESKSUITE  /  FICTIONAL STARTER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 accent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5AAF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594360" y="47548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100" b="1">
                <a:solidFill>
                  <a:srgbClr val="245AAF"/>
                </a:solidFill>
                <a:latin typeface="Aptos"/>
              </a:rPr>
              <a:t>02  /  ACTIVITY</a:t>
            </a:r>
            <a:endParaRPr lang="en-US"/>
          </a:p>
        </p:txBody>
      </p:sp>
      <p:sp>
        <p:nvSpPr>
          <p:cNvPr id="4" name="Heading"/>
          <p:cNvSpPr txBox="1"/>
          <p:nvPr/>
        </p:nvSpPr>
        <p:spPr>
          <a:xfrm>
            <a:off x="594360" y="9144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3200" b="1">
                <a:solidFill>
                  <a:srgbClr val="122745"/>
                </a:solidFill>
                <a:latin typeface="Aptos"/>
              </a:rPr>
              <a:t>Try it together</a:t>
            </a:r>
            <a:endParaRPr lang="en-US"/>
          </a:p>
        </p:txBody>
      </p:sp>
      <p:sp>
        <p:nvSpPr>
          <p:cNvPr id="10" name="Card background"/>
          <p:cNvSpPr/>
          <p:nvPr/>
        </p:nvSpPr>
        <p:spPr>
          <a:xfrm>
            <a:off x="594360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1" name="Card title"/>
          <p:cNvSpPr txBox="1"/>
          <p:nvPr/>
        </p:nvSpPr>
        <p:spPr>
          <a:xfrm>
            <a:off x="822960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Prepare</a:t>
            </a:r>
            <a:endParaRPr lang="en-US"/>
          </a:p>
        </p:txBody>
      </p:sp>
      <p:sp>
        <p:nvSpPr>
          <p:cNvPr id="12" name="Card text"/>
          <p:cNvSpPr txBox="1"/>
          <p:nvPr/>
        </p:nvSpPr>
        <p:spPr>
          <a:xfrm>
            <a:off x="822960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List the materials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and starting point.</a:t>
            </a:r>
            <a:endParaRPr lang="en-US"/>
          </a:p>
        </p:txBody>
      </p:sp>
      <p:sp>
        <p:nvSpPr>
          <p:cNvPr id="13" name="Card background"/>
          <p:cNvSpPr/>
          <p:nvPr/>
        </p:nvSpPr>
        <p:spPr>
          <a:xfrm>
            <a:off x="4361688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4" name="Card title"/>
          <p:cNvSpPr txBox="1"/>
          <p:nvPr/>
        </p:nvSpPr>
        <p:spPr>
          <a:xfrm>
            <a:off x="4590288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Create</a:t>
            </a:r>
            <a:endParaRPr lang="en-US"/>
          </a:p>
        </p:txBody>
      </p:sp>
      <p:sp>
        <p:nvSpPr>
          <p:cNvPr id="15" name="Card text"/>
          <p:cNvSpPr txBox="1"/>
          <p:nvPr/>
        </p:nvSpPr>
        <p:spPr>
          <a:xfrm>
            <a:off x="4590288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Write simple steps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for the exercise.</a:t>
            </a:r>
            <a:endParaRPr lang="en-US"/>
          </a:p>
        </p:txBody>
      </p:sp>
      <p:sp>
        <p:nvSpPr>
          <p:cNvPr id="16" name="Card background"/>
          <p:cNvSpPr/>
          <p:nvPr/>
        </p:nvSpPr>
        <p:spPr>
          <a:xfrm>
            <a:off x="8129016" y="1965960"/>
            <a:ext cx="3502152" cy="3200400"/>
          </a:xfrm>
          <a:prstGeom prst="roundRect">
            <a:avLst/>
          </a:prstGeom>
          <a:solidFill>
            <a:srgbClr val="EAF2FC"/>
          </a:solidFill>
          <a:ln>
            <a:noFill/>
          </a:ln>
        </p:spPr>
      </p:sp>
      <p:sp>
        <p:nvSpPr>
          <p:cNvPr id="17" name="Card title"/>
          <p:cNvSpPr txBox="1"/>
          <p:nvPr/>
        </p:nvSpPr>
        <p:spPr>
          <a:xfrm>
            <a:off x="8357616" y="22860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800" b="1">
                <a:solidFill>
                  <a:srgbClr val="245AAF"/>
                </a:solidFill>
                <a:latin typeface="Aptos"/>
              </a:rPr>
              <a:t>Reflect</a:t>
            </a:r>
            <a:endParaRPr lang="en-US"/>
          </a:p>
        </p:txBody>
      </p:sp>
      <p:sp>
        <p:nvSpPr>
          <p:cNvPr id="18" name="Card text"/>
          <p:cNvSpPr txBox="1"/>
          <p:nvPr/>
        </p:nvSpPr>
        <p:spPr>
          <a:xfrm>
            <a:off x="8357616" y="297180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Add questions for</a:t>
            </a:r>
            <a:endParaRPr lang="en-US"/>
          </a:p>
          <a:p>
            <a:pPr algn="l"/>
            <a:r>
              <a:rPr lang="en-US" sz="1500" b="0">
                <a:solidFill>
                  <a:srgbClr val="122745"/>
                </a:solidFill>
                <a:latin typeface="Aptos"/>
              </a:rPr>
              <a:t>review and discussion.</a:t>
            </a:r>
            <a:endParaRPr lang="en-US"/>
          </a:p>
        </p:txBody>
      </p:sp>
      <p:sp>
        <p:nvSpPr>
          <p:cNvPr id="30" name="Footer"/>
          <p:cNvSpPr txBox="1"/>
          <p:nvPr/>
        </p:nvSpPr>
        <p:spPr>
          <a:xfrm>
            <a:off x="594360" y="61722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en-US" sz="900" b="0">
                <a:solidFill>
                  <a:srgbClr val="52647B"/>
                </a:solidFill>
                <a:latin typeface="Aptos"/>
              </a:rPr>
              <a:t>DESKSUITE  /  FICTIONAL STARTER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3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Workshop lesson</dc:title>
  <dc:subject/>
  <dc:creator>DeskSuite</dc:creator>
  <ns0:keywords/>
  <dc:description>Fictional editable starter template</dc:description>
  <ns0:lastModifiedBy>DeskSuite</ns0:lastModifiedBy>
  <ns0:revision>1</ns0:revision>
  <ns2:created xsi:type="dcterms:W3CDTF">2026-01-01T00:00:00Z</ns2:created>
  <ns2:modified xsi:type="dcterms:W3CDTF">2026-01-01T00:00:00Z</ns2:modified>
  <ns0:category/>
</ns0:coreProperties>
</file>