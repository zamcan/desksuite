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292824"/>
                </a:solidFill>
              </a:rPr>
              <a:t>Quarterly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96045"/>
                </a:solidFill>
              </a:rPr>
              <a:t>ZamCan stationery · Dar es Salaam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solidFill>
            <a:srgbClr val="B96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520"/>
            <a:ext cx="3657600" cy="1828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3017520"/>
          <a:ext cx="3200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548640">
                <a:tc>
                  <a:txBody>
                    <a:bodyPr/>
                    <a:lstStyle/>
                    <a:p>
                      <a:r>
                        <a:rPr sz="120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Price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/>
                        <a:t>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4,500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